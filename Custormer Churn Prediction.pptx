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B6CDA6-691F-477C-AC35-2E2FF5B64B82}" v="14" dt="2026-09-09T07:19:15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oli Ngoveni" userId="8503d6c5-6bff-48d1-9f27-c49ad84823be" providerId="ADAL" clId="{257FAA34-9B21-4682-AA52-DCB1377EC658}"/>
    <pc:docChg chg="undo custSel addSld delSld modSld sldOrd">
      <pc:chgData name="Qoli Ngoveni" userId="8503d6c5-6bff-48d1-9f27-c49ad84823be" providerId="ADAL" clId="{257FAA34-9B21-4682-AA52-DCB1377EC658}" dt="2026-09-09T07:28:46.966" v="5651" actId="2696"/>
      <pc:docMkLst>
        <pc:docMk/>
      </pc:docMkLst>
      <pc:sldChg chg="modSp mod">
        <pc:chgData name="Qoli Ngoveni" userId="8503d6c5-6bff-48d1-9f27-c49ad84823be" providerId="ADAL" clId="{257FAA34-9B21-4682-AA52-DCB1377EC658}" dt="2026-09-09T06:30:57.579" v="4984" actId="14100"/>
        <pc:sldMkLst>
          <pc:docMk/>
          <pc:sldMk cId="1176292770" sldId="256"/>
        </pc:sldMkLst>
        <pc:spChg chg="mod">
          <ac:chgData name="Qoli Ngoveni" userId="8503d6c5-6bff-48d1-9f27-c49ad84823be" providerId="ADAL" clId="{257FAA34-9B21-4682-AA52-DCB1377EC658}" dt="2026-09-08T10:41:33.889" v="660" actId="20577"/>
          <ac:spMkLst>
            <pc:docMk/>
            <pc:sldMk cId="1176292770" sldId="256"/>
            <ac:spMk id="2" creationId="{D7A7E9B9-CDBF-670F-250A-B994D6E9C131}"/>
          </ac:spMkLst>
        </pc:spChg>
        <pc:spChg chg="mod">
          <ac:chgData name="Qoli Ngoveni" userId="8503d6c5-6bff-48d1-9f27-c49ad84823be" providerId="ADAL" clId="{257FAA34-9B21-4682-AA52-DCB1377EC658}" dt="2026-09-09T06:30:57.579" v="4984" actId="14100"/>
          <ac:spMkLst>
            <pc:docMk/>
            <pc:sldMk cId="1176292770" sldId="256"/>
            <ac:spMk id="3" creationId="{075EB747-B910-8179-238E-F1EF454441E8}"/>
          </ac:spMkLst>
        </pc:spChg>
      </pc:sldChg>
      <pc:sldChg chg="modSp mod">
        <pc:chgData name="Qoli Ngoveni" userId="8503d6c5-6bff-48d1-9f27-c49ad84823be" providerId="ADAL" clId="{257FAA34-9B21-4682-AA52-DCB1377EC658}" dt="2026-09-09T07:01:34.340" v="5530" actId="5793"/>
        <pc:sldMkLst>
          <pc:docMk/>
          <pc:sldMk cId="2692414917" sldId="257"/>
        </pc:sldMkLst>
        <pc:spChg chg="mod">
          <ac:chgData name="Qoli Ngoveni" userId="8503d6c5-6bff-48d1-9f27-c49ad84823be" providerId="ADAL" clId="{257FAA34-9B21-4682-AA52-DCB1377EC658}" dt="2026-09-08T12:51:55.683" v="4866" actId="113"/>
          <ac:spMkLst>
            <pc:docMk/>
            <pc:sldMk cId="2692414917" sldId="257"/>
            <ac:spMk id="2" creationId="{98C5BE76-3124-F49B-9422-7D1AB15BC9DA}"/>
          </ac:spMkLst>
        </pc:spChg>
        <pc:spChg chg="mod">
          <ac:chgData name="Qoli Ngoveni" userId="8503d6c5-6bff-48d1-9f27-c49ad84823be" providerId="ADAL" clId="{257FAA34-9B21-4682-AA52-DCB1377EC658}" dt="2026-09-09T07:01:34.340" v="5530" actId="5793"/>
          <ac:spMkLst>
            <pc:docMk/>
            <pc:sldMk cId="2692414917" sldId="257"/>
            <ac:spMk id="3" creationId="{AC512258-DBAD-49C1-5809-4EB2C9FC8AE2}"/>
          </ac:spMkLst>
        </pc:spChg>
      </pc:sldChg>
      <pc:sldChg chg="modSp mod">
        <pc:chgData name="Qoli Ngoveni" userId="8503d6c5-6bff-48d1-9f27-c49ad84823be" providerId="ADAL" clId="{257FAA34-9B21-4682-AA52-DCB1377EC658}" dt="2026-09-09T07:05:38.567" v="5643" actId="20577"/>
        <pc:sldMkLst>
          <pc:docMk/>
          <pc:sldMk cId="2888134755" sldId="259"/>
        </pc:sldMkLst>
        <pc:spChg chg="mod">
          <ac:chgData name="Qoli Ngoveni" userId="8503d6c5-6bff-48d1-9f27-c49ad84823be" providerId="ADAL" clId="{257FAA34-9B21-4682-AA52-DCB1377EC658}" dt="2026-09-08T12:52:05.959" v="4868" actId="255"/>
          <ac:spMkLst>
            <pc:docMk/>
            <pc:sldMk cId="2888134755" sldId="259"/>
            <ac:spMk id="2" creationId="{42EFB57F-AD55-C282-A9FC-D92AF19B757A}"/>
          </ac:spMkLst>
        </pc:spChg>
        <pc:spChg chg="mod">
          <ac:chgData name="Qoli Ngoveni" userId="8503d6c5-6bff-48d1-9f27-c49ad84823be" providerId="ADAL" clId="{257FAA34-9B21-4682-AA52-DCB1377EC658}" dt="2026-09-09T07:05:38.567" v="5643" actId="20577"/>
          <ac:spMkLst>
            <pc:docMk/>
            <pc:sldMk cId="2888134755" sldId="259"/>
            <ac:spMk id="3" creationId="{230299B9-49E9-94C2-E2CB-891813851757}"/>
          </ac:spMkLst>
        </pc:spChg>
      </pc:sldChg>
      <pc:sldChg chg="addSp delSp modSp new del mod modClrScheme chgLayout">
        <pc:chgData name="Qoli Ngoveni" userId="8503d6c5-6bff-48d1-9f27-c49ad84823be" providerId="ADAL" clId="{257FAA34-9B21-4682-AA52-DCB1377EC658}" dt="2026-09-08T10:41:27.064" v="659" actId="2696"/>
        <pc:sldMkLst>
          <pc:docMk/>
          <pc:sldMk cId="89648707" sldId="260"/>
        </pc:sldMkLst>
        <pc:spChg chg="mod ord">
          <ac:chgData name="Qoli Ngoveni" userId="8503d6c5-6bff-48d1-9f27-c49ad84823be" providerId="ADAL" clId="{257FAA34-9B21-4682-AA52-DCB1377EC658}" dt="2026-09-08T10:32:14.955" v="445" actId="700"/>
          <ac:spMkLst>
            <pc:docMk/>
            <pc:sldMk cId="89648707" sldId="260"/>
            <ac:spMk id="2" creationId="{3C6C2CBF-F995-0B92-BEB9-AA69ACFACA2B}"/>
          </ac:spMkLst>
        </pc:spChg>
        <pc:spChg chg="del mod ord">
          <ac:chgData name="Qoli Ngoveni" userId="8503d6c5-6bff-48d1-9f27-c49ad84823be" providerId="ADAL" clId="{257FAA34-9B21-4682-AA52-DCB1377EC658}" dt="2026-09-08T10:32:14.955" v="445" actId="700"/>
          <ac:spMkLst>
            <pc:docMk/>
            <pc:sldMk cId="89648707" sldId="260"/>
            <ac:spMk id="3" creationId="{1F08DDD3-217D-559E-4CE2-8E2DCF360358}"/>
          </ac:spMkLst>
        </pc:spChg>
        <pc:spChg chg="del">
          <ac:chgData name="Qoli Ngoveni" userId="8503d6c5-6bff-48d1-9f27-c49ad84823be" providerId="ADAL" clId="{257FAA34-9B21-4682-AA52-DCB1377EC658}" dt="2026-09-08T10:32:14.955" v="445" actId="700"/>
          <ac:spMkLst>
            <pc:docMk/>
            <pc:sldMk cId="89648707" sldId="260"/>
            <ac:spMk id="4" creationId="{A04F0A40-5F15-BE9F-1B6E-06C49FB35C9A}"/>
          </ac:spMkLst>
        </pc:spChg>
        <pc:spChg chg="add mod ord">
          <ac:chgData name="Qoli Ngoveni" userId="8503d6c5-6bff-48d1-9f27-c49ad84823be" providerId="ADAL" clId="{257FAA34-9B21-4682-AA52-DCB1377EC658}" dt="2026-09-08T10:39:21.014" v="576" actId="404"/>
          <ac:spMkLst>
            <pc:docMk/>
            <pc:sldMk cId="89648707" sldId="260"/>
            <ac:spMk id="5" creationId="{482903F1-CC78-B5EA-49E7-A2E7E4485C24}"/>
          </ac:spMkLst>
        </pc:spChg>
      </pc:sldChg>
      <pc:sldChg chg="addSp delSp modSp new mod">
        <pc:chgData name="Qoli Ngoveni" userId="8503d6c5-6bff-48d1-9f27-c49ad84823be" providerId="ADAL" clId="{257FAA34-9B21-4682-AA52-DCB1377EC658}" dt="2026-09-09T07:12:08.166" v="5647" actId="20577"/>
        <pc:sldMkLst>
          <pc:docMk/>
          <pc:sldMk cId="868235352" sldId="260"/>
        </pc:sldMkLst>
        <pc:spChg chg="mod">
          <ac:chgData name="Qoli Ngoveni" userId="8503d6c5-6bff-48d1-9f27-c49ad84823be" providerId="ADAL" clId="{257FAA34-9B21-4682-AA52-DCB1377EC658}" dt="2026-09-08T12:52:16.843" v="4870" actId="255"/>
          <ac:spMkLst>
            <pc:docMk/>
            <pc:sldMk cId="868235352" sldId="260"/>
            <ac:spMk id="2" creationId="{62C4A15B-87EB-890B-34A0-CC83FB2FAAA6}"/>
          </ac:spMkLst>
        </pc:spChg>
        <pc:spChg chg="add del">
          <ac:chgData name="Qoli Ngoveni" userId="8503d6c5-6bff-48d1-9f27-c49ad84823be" providerId="ADAL" clId="{257FAA34-9B21-4682-AA52-DCB1377EC658}" dt="2026-09-08T10:51:11.718" v="713" actId="3680"/>
          <ac:spMkLst>
            <pc:docMk/>
            <pc:sldMk cId="868235352" sldId="260"/>
            <ac:spMk id="3" creationId="{E96E208F-B442-5A92-2181-B8D5552531B4}"/>
          </ac:spMkLst>
        </pc:spChg>
        <pc:graphicFrameChg chg="add del mod ord modGraphic">
          <ac:chgData name="Qoli Ngoveni" userId="8503d6c5-6bff-48d1-9f27-c49ad84823be" providerId="ADAL" clId="{257FAA34-9B21-4682-AA52-DCB1377EC658}" dt="2026-09-08T10:50:46.883" v="712" actId="3680"/>
          <ac:graphicFrameMkLst>
            <pc:docMk/>
            <pc:sldMk cId="868235352" sldId="260"/>
            <ac:graphicFrameMk id="4" creationId="{E0F740BA-C325-F3E3-A41B-4D3DBBE05019}"/>
          </ac:graphicFrameMkLst>
        </pc:graphicFrameChg>
        <pc:graphicFrameChg chg="add mod ord modGraphic">
          <ac:chgData name="Qoli Ngoveni" userId="8503d6c5-6bff-48d1-9f27-c49ad84823be" providerId="ADAL" clId="{257FAA34-9B21-4682-AA52-DCB1377EC658}" dt="2026-09-09T07:12:08.166" v="5647" actId="20577"/>
          <ac:graphicFrameMkLst>
            <pc:docMk/>
            <pc:sldMk cId="868235352" sldId="260"/>
            <ac:graphicFrameMk id="5" creationId="{79937AFE-2997-4B3D-3922-1601E8A75F87}"/>
          </ac:graphicFrameMkLst>
        </pc:graphicFrameChg>
      </pc:sldChg>
      <pc:sldChg chg="new del">
        <pc:chgData name="Qoli Ngoveni" userId="8503d6c5-6bff-48d1-9f27-c49ad84823be" providerId="ADAL" clId="{257FAA34-9B21-4682-AA52-DCB1377EC658}" dt="2026-09-08T10:50:16.815" v="704" actId="680"/>
        <pc:sldMkLst>
          <pc:docMk/>
          <pc:sldMk cId="1943092520" sldId="261"/>
        </pc:sldMkLst>
      </pc:sldChg>
      <pc:sldChg chg="modSp new mod ord">
        <pc:chgData name="Qoli Ngoveni" userId="8503d6c5-6bff-48d1-9f27-c49ad84823be" providerId="ADAL" clId="{257FAA34-9B21-4682-AA52-DCB1377EC658}" dt="2026-09-09T06:54:44.001" v="5237" actId="6549"/>
        <pc:sldMkLst>
          <pc:docMk/>
          <pc:sldMk cId="2374698932" sldId="261"/>
        </pc:sldMkLst>
        <pc:spChg chg="mod">
          <ac:chgData name="Qoli Ngoveni" userId="8503d6c5-6bff-48d1-9f27-c49ad84823be" providerId="ADAL" clId="{257FAA34-9B21-4682-AA52-DCB1377EC658}" dt="2026-09-08T12:51:46.686" v="4864" actId="255"/>
          <ac:spMkLst>
            <pc:docMk/>
            <pc:sldMk cId="2374698932" sldId="261"/>
            <ac:spMk id="2" creationId="{3D2A46EB-F041-E9B2-CE28-8ADF10CA64E6}"/>
          </ac:spMkLst>
        </pc:spChg>
        <pc:spChg chg="mod">
          <ac:chgData name="Qoli Ngoveni" userId="8503d6c5-6bff-48d1-9f27-c49ad84823be" providerId="ADAL" clId="{257FAA34-9B21-4682-AA52-DCB1377EC658}" dt="2026-09-09T06:54:44.001" v="5237" actId="6549"/>
          <ac:spMkLst>
            <pc:docMk/>
            <pc:sldMk cId="2374698932" sldId="261"/>
            <ac:spMk id="3" creationId="{A0506565-CF47-5793-9F8E-A808456CCCB6}"/>
          </ac:spMkLst>
        </pc:spChg>
      </pc:sldChg>
      <pc:sldChg chg="new del">
        <pc:chgData name="Qoli Ngoveni" userId="8503d6c5-6bff-48d1-9f27-c49ad84823be" providerId="ADAL" clId="{257FAA34-9B21-4682-AA52-DCB1377EC658}" dt="2026-09-08T12:24:31.546" v="4374" actId="2696"/>
        <pc:sldMkLst>
          <pc:docMk/>
          <pc:sldMk cId="2747860160" sldId="262"/>
        </pc:sldMkLst>
      </pc:sldChg>
      <pc:sldChg chg="addSp delSp modSp new del mod">
        <pc:chgData name="Qoli Ngoveni" userId="8503d6c5-6bff-48d1-9f27-c49ad84823be" providerId="ADAL" clId="{257FAA34-9B21-4682-AA52-DCB1377EC658}" dt="2026-09-09T07:28:46.966" v="5651" actId="2696"/>
        <pc:sldMkLst>
          <pc:docMk/>
          <pc:sldMk cId="3444604220" sldId="262"/>
        </pc:sldMkLst>
        <pc:spChg chg="add del mod">
          <ac:chgData name="Qoli Ngoveni" userId="8503d6c5-6bff-48d1-9f27-c49ad84823be" providerId="ADAL" clId="{257FAA34-9B21-4682-AA52-DCB1377EC658}" dt="2026-09-09T07:19:16.634" v="5650"/>
          <ac:spMkLst>
            <pc:docMk/>
            <pc:sldMk cId="3444604220" sldId="262"/>
            <ac:spMk id="2" creationId="{A7801C0A-A422-5C9A-ACE8-18516A98F5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BCE8D-7619-4965-9721-83A574324817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8FC34-B114-4826-9F7E-F4BF8CB3945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5849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8FC34-B114-4826-9F7E-F4BF8CB3945A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2140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8FC34-B114-4826-9F7E-F4BF8CB3945A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1772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8FC34-B114-4826-9F7E-F4BF8CB3945A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4341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7D14-0FD3-C1C3-84DC-7BF0E6CF6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77800-0BC2-CE77-C61D-6A1BB7029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710B7-DDF0-7277-3F35-DF6E961E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51037-94E1-445A-CDC4-F2C756726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EB10F-257A-5127-01F5-61E7AB32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260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BD12-4E83-8EB7-CE91-53F9A4F75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D0AF-4FD8-8AAB-74D9-6DDF0BF4A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ACD1A-245D-CC76-C3B3-8F86F24D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E5974-71A8-4D26-C1C0-28B56B0C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A685D-ED48-E1F7-5F1F-E6565DFA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477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FB0EF-C1AD-4E94-C8FC-0E43B5E5E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61D88-7C0B-713D-CE01-2244F4FBD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74C20-587C-8A62-0AE5-347926153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60A50-573A-344D-9F51-D00E382AC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E16BC-7DCD-697E-4846-336579B1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212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1621-680C-1223-18FA-36BDCEA03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80005-3F9A-08C7-2F15-2C695B188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D31FA-23E5-8549-4B27-3A880AA7F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6468B-EE25-B270-A871-C9C2A9C0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93FA2-A588-2785-D984-08D75B50A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05E92-8756-FB6A-8AEF-F082231B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260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21C0-EE91-C97A-43CB-A365097D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CC265-EEAC-B540-402E-034CD414B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FE874-5A3F-929A-D0E3-05AA23EA1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E3E14-4ABA-AAF9-A16F-0283FA730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3F35C-D24B-D5F1-0B62-0C1D8C8DC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3AFC9-480D-5202-3E0C-A8F50908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98A7B-6852-16E2-C56F-AE5E0813C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22D08-24AB-184D-0D8E-C5956B6A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359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51F31-AC20-31F6-C40C-7ECDEA6E8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DA1E3-F497-7C29-3996-CB3A33C5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9A2DC-4D21-969C-3A30-83C7EEFE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80A4A4-541C-156E-4883-F5D4212F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0334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70B5E5-A636-1F35-9B35-C993CC7A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A0C9B-A3EA-2E98-C2E4-A23B41D35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4B260-5C3F-F25E-5D7D-E6AAA008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345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5DE9-2899-3865-C071-4989779B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6CF27-9B3D-BA5A-DF97-DF60B6F6D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8B15D-2A15-E9BA-9FFC-3C4E2E28C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84DD2-FFAE-2683-23F3-20039B7F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F0925-CDDF-DCC5-FFBE-038E399F1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267DB-D8AE-76A6-BACF-7E431CC1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455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84F8-D40E-8F5D-30D4-969750C0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34A2C-5B4A-C67E-B7A5-289382B3C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C8316-6F06-8008-3036-9423DA905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CE52D-F6DA-D5C1-F2B0-07B801A9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01196-42E4-943E-79E0-2E1341C0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C21B2-ABCD-EBA5-64D9-E6F7C6C6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6937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1B68-F4EA-D6CC-CB8A-483DE75F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92835-4DC1-D076-2463-4615E3243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DBD76-4596-82A2-C7FE-3B6E132D7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D571E-17DA-AD6A-38D3-21575E7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7EED2-F57C-2262-5716-896C3608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460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75302-CFE9-BD5F-9E65-DAE600738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49333-2B37-82D0-6ED9-2BFD7C55A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E16F6-4685-87E9-5B14-D0575CBAC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14799-334A-E8D0-8EAA-9FF5B195E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032B5-8489-90E8-D9FD-7AC5CCFE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759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39F90-E0A5-A42B-17E1-ED05A232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103A0-EB4C-9917-B487-C91642184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787A9-15F0-34D8-4241-60904781B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F4938-9F5C-4F2C-9C13-8B15F24BF880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A969E-3871-875F-5076-94E654934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9EB9E-E613-163A-6F86-8D4E15CE3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DF490-4B44-4B64-8442-1370667F66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808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uhammadshahidazeem/customer-churn-dataset?select=customer_churn_dataset-training-master.csv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7E9B9-CDBF-670F-250A-B994D6E9C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Churn Prediction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EB747-B910-8179-238E-F1EF45444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6955" y="6213987"/>
            <a:ext cx="2660743" cy="644013"/>
          </a:xfrm>
        </p:spPr>
        <p:txBody>
          <a:bodyPr/>
          <a:lstStyle/>
          <a:p>
            <a:r>
              <a:rPr lang="en-US" dirty="0"/>
              <a:t>By </a:t>
            </a:r>
            <a:r>
              <a:rPr lang="en-US" i="1" dirty="0"/>
              <a:t>Q Ngoveni</a:t>
            </a:r>
            <a:endParaRPr lang="en-ZA" i="1" dirty="0"/>
          </a:p>
        </p:txBody>
      </p:sp>
    </p:spTree>
    <p:extLst>
      <p:ext uri="{BB962C8B-B14F-4D97-AF65-F5344CB8AC3E}">
        <p14:creationId xmlns:p14="http://schemas.microsoft.com/office/powerpoint/2010/main" val="117629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46EB-F041-E9B2-CE28-8ADF10CA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853057" cy="826860"/>
          </a:xfrm>
        </p:spPr>
        <p:txBody>
          <a:bodyPr>
            <a:noAutofit/>
          </a:bodyPr>
          <a:lstStyle/>
          <a:p>
            <a:r>
              <a:rPr lang="en-US" sz="3200" b="1" dirty="0"/>
              <a:t>What is customer churn and its business significance</a:t>
            </a:r>
            <a:endParaRPr lang="en-ZA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06565-CF47-5793-9F8E-A808456CC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98864"/>
            <a:ext cx="10515601" cy="487809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600" b="1" i="1" dirty="0"/>
              <a:t>Customer churn </a:t>
            </a:r>
            <a:r>
              <a:rPr lang="en-US" sz="1600" dirty="0"/>
              <a:t>is an instance that measures a rate at which the customer/client is likely to cancel their subscription from the service provider (Muhammad Shahid Azeem, 2023)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/>
              <a:t>Service providers utilize churn to understand/predict client(s) they are likely to lose in a near end,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/>
              <a:t>Prompting service providers to implement measures to retain existing customers, such as: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600" dirty="0"/>
              <a:t> Reduced payment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600" dirty="0"/>
              <a:t>Premium packages for less pay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600" dirty="0"/>
              <a:t>Free trials/subscriptions, and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600" dirty="0"/>
              <a:t>Premium cashback after specific period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When done well, this results in: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Improved client satisfactions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Reduced customer turnover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7469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5BE76-3124-F49B-9422-7D1AB15B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Project Objective</a:t>
            </a:r>
            <a:endParaRPr lang="en-ZA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2258-DBAD-49C1-5809-4EB2C9FC8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8604"/>
            <a:ext cx="10727988" cy="50142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The aim of this study is to use secondary data, namely the </a:t>
            </a:r>
            <a:r>
              <a:rPr lang="en-US" sz="1600" b="1" i="1" dirty="0"/>
              <a:t>Customer Churn Dataset</a:t>
            </a:r>
            <a:r>
              <a:rPr lang="en-US" sz="1600" dirty="0"/>
              <a:t>, to build a supervised machine learning algorithm, that allows service providers to predict whether the customer is likely to retain or cancel their subscription.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Independent variables selected to build the model are: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 Gender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Age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Tenure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Usage Frequency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Support calls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Payment Delay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Subscription type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Contract length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Total spend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Last Interaction</a:t>
            </a:r>
            <a:endParaRPr lang="en-ZA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ZA" sz="1600" dirty="0"/>
              <a:t>Dependent (target) variable: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ZA" sz="1600" dirty="0"/>
              <a:t>Whether a customer retained (0) or cancelled (1) their subscription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9241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FB57F-AD55-C282-A9FC-D92AF19B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 collection and preparation</a:t>
            </a:r>
            <a:endParaRPr lang="en-ZA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299B9-49E9-94C2-E2CB-891813851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Data Source : </a:t>
            </a:r>
            <a:r>
              <a:rPr lang="en-US" sz="1800" dirty="0"/>
              <a:t>Secondary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 Kaggle titled “</a:t>
            </a:r>
            <a:r>
              <a:rPr lang="en-US" sz="1600" b="1" i="1" dirty="0"/>
              <a:t>Customer Churn Dataset</a:t>
            </a:r>
            <a:r>
              <a:rPr lang="en-US" sz="1600" dirty="0"/>
              <a:t>” by Muhammad Shahid Azeem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 Link: </a:t>
            </a:r>
            <a:r>
              <a:rPr lang="en-ZA" sz="1600" dirty="0">
                <a:hlinkClick r:id="rId2"/>
              </a:rPr>
              <a:t>Customer Churn Dataset</a:t>
            </a:r>
            <a:endParaRPr lang="en-ZA" sz="1600" dirty="0"/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Programming tool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 Python, Jupyter Notebook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dirty="0"/>
              <a:t>Data structure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Number of rows: 440833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Number of columns: 12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 Duplicate counted: 0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Missing/Null value found: 1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 1row removed due to missing values</a:t>
            </a:r>
          </a:p>
          <a:p>
            <a:pPr marL="457200" lvl="1" indent="0">
              <a:buNone/>
            </a:pP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88134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A15B-87EB-890B-34A0-CC83FB2FA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9610"/>
          </a:xfrm>
        </p:spPr>
        <p:txBody>
          <a:bodyPr>
            <a:noAutofit/>
          </a:bodyPr>
          <a:lstStyle/>
          <a:p>
            <a:r>
              <a:rPr lang="en-US" sz="3200" b="1" dirty="0"/>
              <a:t>Data structure and format</a:t>
            </a:r>
            <a:endParaRPr lang="en-ZA" sz="32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9937AFE-2997-4B3D-3922-1601E8A75F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5595472"/>
              </p:ext>
            </p:extLst>
          </p:nvPr>
        </p:nvGraphicFramePr>
        <p:xfrm>
          <a:off x="838200" y="894736"/>
          <a:ext cx="10515600" cy="5589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330330582"/>
                    </a:ext>
                  </a:extLst>
                </a:gridCol>
                <a:gridCol w="5038898">
                  <a:extLst>
                    <a:ext uri="{9D8B030D-6E8A-4147-A177-3AD203B41FA5}">
                      <a16:colId xmlns:a16="http://schemas.microsoft.com/office/drawing/2014/main" val="425246895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095379969"/>
                    </a:ext>
                  </a:extLst>
                </a:gridCol>
                <a:gridCol w="1132609">
                  <a:extLst>
                    <a:ext uri="{9D8B030D-6E8A-4147-A177-3AD203B41FA5}">
                      <a16:colId xmlns:a16="http://schemas.microsoft.com/office/drawing/2014/main" val="2590270142"/>
                    </a:ext>
                  </a:extLst>
                </a:gridCol>
                <a:gridCol w="1097973">
                  <a:extLst>
                    <a:ext uri="{9D8B030D-6E8A-4147-A177-3AD203B41FA5}">
                      <a16:colId xmlns:a16="http://schemas.microsoft.com/office/drawing/2014/main" val="2264830076"/>
                    </a:ext>
                  </a:extLst>
                </a:gridCol>
              </a:tblGrid>
              <a:tr h="879648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Type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Original Data Type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Casted Data type</a:t>
                      </a:r>
                      <a:endParaRPr lang="en-Z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881392"/>
                  </a:ext>
                </a:extLst>
              </a:tr>
              <a:tr h="347574">
                <a:tc>
                  <a:txBody>
                    <a:bodyPr/>
                    <a:lstStyle/>
                    <a:p>
                      <a:r>
                        <a:rPr lang="en-US" sz="1600" dirty="0" err="1"/>
                        <a:t>CustomerID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Customer primary key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Float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566963"/>
                  </a:ext>
                </a:extLst>
              </a:tr>
              <a:tr h="347574">
                <a:tc>
                  <a:txBody>
                    <a:bodyPr/>
                    <a:lstStyle/>
                    <a:p>
                      <a:r>
                        <a:rPr lang="en-US" sz="1600" dirty="0"/>
                        <a:t>Age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Age of the customer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Float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125186"/>
                  </a:ext>
                </a:extLst>
              </a:tr>
              <a:tr h="347574">
                <a:tc>
                  <a:txBody>
                    <a:bodyPr/>
                    <a:lstStyle/>
                    <a:p>
                      <a:r>
                        <a:rPr lang="en-US" sz="1600" dirty="0"/>
                        <a:t>Gender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Client sexuality</a:t>
                      </a:r>
                      <a:r>
                        <a:rPr lang="en-US" sz="1600"/>
                        <a:t>/gender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Float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831202"/>
                  </a:ext>
                </a:extLst>
              </a:tr>
              <a:tr h="347574">
                <a:tc>
                  <a:txBody>
                    <a:bodyPr/>
                    <a:lstStyle/>
                    <a:p>
                      <a:r>
                        <a:rPr lang="en-US" sz="1600" dirty="0"/>
                        <a:t>Tenure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period client remained subscribed 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Float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693624"/>
                  </a:ext>
                </a:extLst>
              </a:tr>
              <a:tr h="599920">
                <a:tc>
                  <a:txBody>
                    <a:bodyPr/>
                    <a:lstStyle/>
                    <a:p>
                      <a:r>
                        <a:rPr lang="en-US" sz="1600" dirty="0"/>
                        <a:t>Usage Frequency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Number of times a customer used the product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Float</a:t>
                      </a:r>
                      <a:endParaRPr kumimoji="0" lang="en-ZA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88135"/>
                  </a:ext>
                </a:extLst>
              </a:tr>
              <a:tr h="347574">
                <a:tc>
                  <a:txBody>
                    <a:bodyPr/>
                    <a:lstStyle/>
                    <a:p>
                      <a:r>
                        <a:rPr lang="en-US" sz="1600" dirty="0"/>
                        <a:t>Support Calls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Number of times a client has called service provider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Float</a:t>
                      </a:r>
                      <a:endParaRPr kumimoji="0" lang="en-ZA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22415"/>
                  </a:ext>
                </a:extLst>
              </a:tr>
              <a:tr h="3475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Payment Delay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Overdue period of non-payment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Float</a:t>
                      </a:r>
                      <a:endParaRPr kumimoji="0" lang="en-ZA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93556"/>
                  </a:ext>
                </a:extLst>
              </a:tr>
              <a:tr h="347574">
                <a:tc>
                  <a:txBody>
                    <a:bodyPr/>
                    <a:lstStyle/>
                    <a:p>
                      <a:r>
                        <a:rPr lang="en-US" sz="1600" dirty="0"/>
                        <a:t>Subscription Type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Nature of subscription by the customer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Category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Object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Object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536105"/>
                  </a:ext>
                </a:extLst>
              </a:tr>
              <a:tr h="347574">
                <a:tc>
                  <a:txBody>
                    <a:bodyPr/>
                    <a:lstStyle/>
                    <a:p>
                      <a:r>
                        <a:rPr lang="en-US" sz="1600" dirty="0"/>
                        <a:t>Contract Length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Duration of subscription 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Float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685957"/>
                  </a:ext>
                </a:extLst>
              </a:tr>
              <a:tr h="347574">
                <a:tc>
                  <a:txBody>
                    <a:bodyPr/>
                    <a:lstStyle/>
                    <a:p>
                      <a:r>
                        <a:rPr lang="en-US" sz="1600" dirty="0"/>
                        <a:t>Total Spend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Amount spend by the customer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Float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Float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575169"/>
                  </a:ext>
                </a:extLst>
              </a:tr>
              <a:tr h="347574">
                <a:tc>
                  <a:txBody>
                    <a:bodyPr/>
                    <a:lstStyle/>
                    <a:p>
                      <a:r>
                        <a:rPr lang="en-US" sz="1600" dirty="0"/>
                        <a:t>Last Interaction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Last day the customer was active using the product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Float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Float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982739"/>
                  </a:ext>
                </a:extLst>
              </a:tr>
              <a:tr h="599920">
                <a:tc>
                  <a:txBody>
                    <a:bodyPr/>
                    <a:lstStyle/>
                    <a:p>
                      <a:r>
                        <a:rPr lang="en-US" sz="1600" dirty="0"/>
                        <a:t>Churn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Target variable deciding whether a customer is staying (1) or leaving (0)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Category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Float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908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23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420</Words>
  <Application>Microsoft Office PowerPoint</Application>
  <PresentationFormat>Widescreen</PresentationFormat>
  <Paragraphs>111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Customer Churn Prediction</vt:lpstr>
      <vt:lpstr>What is customer churn and its business significance</vt:lpstr>
      <vt:lpstr>Project Objective</vt:lpstr>
      <vt:lpstr>Data collection and preparation</vt:lpstr>
      <vt:lpstr>Data structure and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Qoli Ngoveni</dc:creator>
  <cp:lastModifiedBy>Qoli Ngoveni</cp:lastModifiedBy>
  <cp:revision>1</cp:revision>
  <dcterms:created xsi:type="dcterms:W3CDTF">2026-09-07T06:59:06Z</dcterms:created>
  <dcterms:modified xsi:type="dcterms:W3CDTF">2026-09-09T07:29:04Z</dcterms:modified>
</cp:coreProperties>
</file>